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0E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5F0EB"/>
                </a:solidFill>
                <a:latin typeface="+mn-lt"/>
              </a:rPr>
              <a:t>Average price vs number of companies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equilibrium price</c:v>
                </c:pt>
              </c:strCache>
            </c:strRef>
          </c:tx>
          <c:spPr>
            <a:ln w="38100" cap="flat">
              <a:solidFill>
                <a:srgbClr val="FF3355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FF3355"/>
              </a:solidFill>
              <a:ln w="9525" cap="flat">
                <a:solidFill>
                  <a:srgbClr val="FF3355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5F0EB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3.3170000000000002</c:v>
                </c:pt>
                <c:pt idx="1">
                  <c:v>2.9820000000000002</c:v>
                </c:pt>
                <c:pt idx="2">
                  <c:v>2.887</c:v>
                </c:pt>
                <c:pt idx="3">
                  <c:v>2.839</c:v>
                </c:pt>
                <c:pt idx="4">
                  <c:v>2.7909999999999999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6C-4044-9FCC-7DE65510C8F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A89A9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A89A9A"/>
                    </a:solidFill>
                    <a:latin typeface="Arial"/>
                  </a:rPr>
                  <a:t>Number of companies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A9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  <c:min val="2.6"/>
        </c:scaling>
        <c:delete val="0"/>
        <c:axPos val="l"/>
        <c:majorGridlines>
          <c:spPr>
            <a:ln w="9525" cap="flat">
              <a:solidFill>
                <a:srgbClr val="3A222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A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16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2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" cy="36576"/>
          </a:xfrm>
          <a:prstGeom prst="rect">
            <a:avLst/>
          </a:prstGeom>
          <a:solidFill>
            <a:srgbClr val="FF33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A9A"/>
                </a:solidFill>
              </a:rPr>
              <a:t>Strategic Decision-Making in Cloud Resource Allocation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0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822960" cy="54864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RESOURCE ALLOCATION  /  PROJECT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DECISION-MAKING IN CLOUD RESOURCE ALLOCATION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cloud companies compete on price: a game theory 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Rishi Bhardwaj - 2427030397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Jaskirat Singh - 2427030438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Tyagi - 2427030042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Kunal Tyagi - 2427030660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and Our Goals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47472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companies sell almost the same product: computing power.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price: more profit per sale, but customers leave.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price: more customers, but less profit per sale.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price depends on rivals' prices, so it is a strategy game.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612648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374904" cy="374904"/>
          </a:xfrm>
          <a:prstGeom prst="ellipse">
            <a:avLst/>
          </a:prstGeom>
          <a:solidFill>
            <a:srgbClr val="FF3355"/>
          </a:solidFill>
          <a:ln w="12700">
            <a:solidFill>
              <a:srgbClr val="120A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773168" y="126187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85232" y="1143000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each company as a player that picks a price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847088"/>
            <a:ext cx="4023360" cy="612648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73168" y="1965960"/>
            <a:ext cx="374904" cy="37490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120A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773168" y="196596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85232" y="1847088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customers who prefer cheaper options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551176"/>
            <a:ext cx="4023360" cy="612648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73168" y="2670048"/>
            <a:ext cx="374904" cy="374904"/>
          </a:xfrm>
          <a:prstGeom prst="ellipse">
            <a:avLst/>
          </a:prstGeom>
          <a:solidFill>
            <a:srgbClr val="FF3355"/>
          </a:solidFill>
          <a:ln w="12700">
            <a:solidFill>
              <a:srgbClr val="120A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773168" y="267004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2551176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profit from price, cost and demand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3255264"/>
            <a:ext cx="4023360" cy="612648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73168" y="3374136"/>
            <a:ext cx="374904" cy="37490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120A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773168" y="337413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85232" y="3255264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stable prices (the Nash equilibrium)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3959352"/>
            <a:ext cx="4023360" cy="612648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73168" y="4078224"/>
            <a:ext cx="374904" cy="374904"/>
          </a:xfrm>
          <a:prstGeom prst="ellipse">
            <a:avLst/>
          </a:prstGeom>
          <a:solidFill>
            <a:srgbClr val="FF3355"/>
          </a:solidFill>
          <a:ln w="12700">
            <a:solidFill>
              <a:srgbClr val="120A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773168" y="407822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3959352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different costs and 2 to 6 rivals</a:t>
            </a:r>
            <a:endParaRPr lang="en-US" sz="12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Ideas in Simple Words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47672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 EQUILIBRIUM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6916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 set of prices. Once reached, no company can earn more by changing only its own price.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42032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42032" y="1143000"/>
            <a:ext cx="1947672" cy="45720"/>
          </a:xfrm>
          <a:prstGeom prst="rect">
            <a:avLst/>
          </a:prstGeom>
          <a:solidFill>
            <a:srgbClr val="6FDFFF"/>
          </a:solidFill>
          <a:ln w="12700">
            <a:solidFill>
              <a:srgbClr val="6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679192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RESPONSE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2011680"/>
            <a:ext cx="16916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price for one company, given the prices its rivals are charging right now.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1947672" cy="45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764024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CHOICE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2011680"/>
            <a:ext cx="16916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lean towards cheaper providers, but not all of them switch. This is called the logit model.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11696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11696" y="1143000"/>
            <a:ext cx="1947672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848856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48856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SENSITIVITY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2011680"/>
            <a:ext cx="16916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 called α (alpha). A bigger α means customers care more about price.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2A1A14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this: </a:t>
            </a: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shops next door keep adjusting their prices against each other until neither gains by changing again. That stopping point is the equilibrium.</a:t>
            </a:r>
            <a:endParaRPr lang="en-US" sz="13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Model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47672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PRICE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company picks one of 200 prices (0.5 to 10), assuming rivals keep theirs fixed.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42032" y="1143000"/>
            <a:ext cx="1947672" cy="45720"/>
          </a:xfrm>
          <a:prstGeom prst="rect">
            <a:avLst/>
          </a:prstGeom>
          <a:solidFill>
            <a:srgbClr val="6FDFFF"/>
          </a:solidFill>
          <a:ln w="12700">
            <a:solidFill>
              <a:srgbClr val="6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679192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CUSTOMERS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2011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companies win a bigger share of customers. s = share, p = price.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017520"/>
            <a:ext cx="1728216" cy="594360"/>
          </a:xfrm>
          <a:prstGeom prst="rect">
            <a:avLst/>
          </a:prstGeom>
          <a:solidFill>
            <a:srgbClr val="120A0D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651760" y="301752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e^(−α·p) / Σ e^(−α·p)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1947672" cy="45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764024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PROFIT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2011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per sale times the number of customers won.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3017520"/>
            <a:ext cx="1728216" cy="594360"/>
          </a:xfrm>
          <a:prstGeom prst="rect">
            <a:avLst/>
          </a:prstGeom>
          <a:solidFill>
            <a:srgbClr val="120A0D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736592" y="3017520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= (p − c) × 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11696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11696" y="1143000"/>
            <a:ext cx="1947672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848856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48856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STABLE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2011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prices barely change (less than 0.001). Stop after 100 rounds at most.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2A1A14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Nash equilibrium, the prices where no company can earn more by changing only its own price. α (alpha) shows how much customers care about price.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Built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554480" cy="68580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companies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143000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39696" y="1143000"/>
            <a:ext cx="1554480" cy="68580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139696" y="1143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out customers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694176" y="1143000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22192" y="1143000"/>
            <a:ext cx="1554480" cy="68580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822192" y="1143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profit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376672" y="1143000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04688" y="1143000"/>
            <a:ext cx="1554480" cy="68580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504688" y="1143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best prices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1143000"/>
            <a:ext cx="12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87184" y="1143000"/>
            <a:ext cx="1554480" cy="68580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187184" y="1143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tables &amp; charts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057400"/>
            <a:ext cx="4023360" cy="260604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2057400"/>
            <a:ext cx="4023360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58368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SCRIPT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6060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 cloud_pricing_game.py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does the maths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draws the charts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classes: CloudProvider and CloudPricingGame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tables and saves 3 charts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057400"/>
            <a:ext cx="4023360" cy="260604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4023360" cy="45720"/>
          </a:xfrm>
          <a:prstGeom prst="rect">
            <a:avLst/>
          </a:prstGeom>
          <a:solidFill>
            <a:srgbClr val="6FDFFF"/>
          </a:solidFill>
          <a:ln w="12700">
            <a:solidFill>
              <a:srgbClr val="6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864608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PRICING LAB DASHBOARD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26060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the web browser, no cloud account needed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 for total demand and 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edit up to 6 companies and their costs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“Run Simulation” for instant results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 results table and live charts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Results: Three Companies, Different Costs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29768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A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A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A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A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0A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AWS_like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771.3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9F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Azure_like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GCP_like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824.1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2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017520"/>
            <a:ext cx="1371600" cy="86868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4572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2,000</a:t>
            </a:r>
            <a:endParaRPr lang="en-US" sz="2200" dirty="0"/>
          </a:p>
        </p:txBody>
      </p:sp>
      <p:sp>
        <p:nvSpPr>
          <p:cNvPr id="3" name="Text 3"/>
          <p:cNvSpPr txBox="1"/>
          <p:nvPr/>
        </p:nvSpPr>
        <p:spPr>
          <a:xfrm>
            <a:off x="45720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demand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20240" y="3017520"/>
            <a:ext cx="1371600" cy="86868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192024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2,521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3017520"/>
            <a:ext cx="1371600" cy="86868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338328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rounds needed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233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cost wins. </a:t>
            </a:r>
            <a:r>
              <a:rPr lang="en-US" sz="125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AWS_like charges the least, earns the most per sale, and gets 38.6% of customers and the top profit.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983480" y="1143000"/>
            <a:ext cx="3703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fig_co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17320"/>
            <a:ext cx="3611880" cy="22585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83480" y="3840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settle down to stable values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Results: What Happens When Competition Grows?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0" cy="352044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48463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143000"/>
            <a:ext cx="2971800" cy="10515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715000" y="1143000"/>
            <a:ext cx="2971800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715000" y="1280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3.317 → 2.791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783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price, 2 to 6 companies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15000" y="2331720"/>
            <a:ext cx="2971800" cy="10515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715000" y="2331720"/>
            <a:ext cx="2971800" cy="45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571500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438.9 → 263.8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profit per company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3566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rivals means lower prices. </a:t>
            </a:r>
            <a:r>
              <a:rPr lang="en-US" sz="115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we raised total demand as companies were added, so only the price trend is a true model result.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Screenshots: Cloud Pricing Lab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1664208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96" y="1069848"/>
            <a:ext cx="3183847" cy="1627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7340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Home page and summary numbers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709160" y="1051560"/>
            <a:ext cx="3977640" cy="1664208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954" y="1069848"/>
            <a:ext cx="3210052" cy="16276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09160" y="27340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Settings, results table, convergence chart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2880360"/>
            <a:ext cx="3977640" cy="1664208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41" y="2898648"/>
            <a:ext cx="3190358" cy="16276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" y="45628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Effect of competition and company results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709160" y="2880360"/>
            <a:ext cx="3977640" cy="1664208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129" y="2898648"/>
            <a:ext cx="3739702" cy="16276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709160" y="45628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Model overview and project details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It Helps and Where It Falls Short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2044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45720"/>
          </a:xfrm>
          <a:prstGeom prst="rect">
            <a:avLst/>
          </a:prstGeom>
          <a:solidFill>
            <a:srgbClr val="6FDFFF"/>
          </a:solidFill>
          <a:ln w="12700">
            <a:solidFill>
              <a:srgbClr val="6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58368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HELPS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what a Nash equilibrium and a best response are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how costs affect price, market share and profit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Studying how the number of rivals changes prices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adapted to other services with several providers (needs new assumptions)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52044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45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864608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come from a grid of 200 values, so the answer is approximate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option to buy nothing: all customers must pick a provider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are made-up examples, not real market data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capacity limits, service quality and the cost of switching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F0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47672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33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6916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 for stable prices settled down in every scenario we tested.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42032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42032" y="1143000"/>
            <a:ext cx="1947672" cy="45720"/>
          </a:xfrm>
          <a:prstGeom prst="rect">
            <a:avLst/>
          </a:prstGeom>
          <a:solidFill>
            <a:srgbClr val="6FDFFF"/>
          </a:solidFill>
          <a:ln w="12700">
            <a:solidFill>
              <a:srgbClr val="6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679192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MATTERS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2011680"/>
            <a:ext cx="16916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with the lowest cost charges the lowest price and earns the most profit.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1947672" cy="45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764024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RIVALS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2011680"/>
            <a:ext cx="16916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competing companies means lower average prices.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11696" y="1143000"/>
            <a:ext cx="1947672" cy="2651760"/>
          </a:xfrm>
          <a:prstGeom prst="rect">
            <a:avLst/>
          </a:prstGeom>
          <a:solidFill>
            <a:srgbClr val="1E1216"/>
          </a:solidFill>
          <a:ln w="12700">
            <a:solidFill>
              <a:srgbClr val="3A2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11696" y="1143000"/>
            <a:ext cx="1947672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848856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48856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FOLLOW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2011680"/>
            <a:ext cx="16916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clear, simple way to study how companies set prices.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2A1A14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r>
              <a:rPr lang="en-US" sz="1300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companies compete on price, the lowest-cost company does best, and more competition pushes prices down.</a:t>
            </a:r>
            <a:endParaRPr lang="en-US" sz="13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89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Pricing">
  <a:themeElements>
    <a:clrScheme name="CloudPricing">
      <a:dk1>
        <a:srgbClr val="120A0D"/>
      </a:dk1>
      <a:lt1>
        <a:srgbClr val="F5F0EB"/>
      </a:lt1>
      <a:dk2>
        <a:srgbClr val="1E1216"/>
      </a:dk2>
      <a:lt2>
        <a:srgbClr val="A89A9A"/>
      </a:lt2>
      <a:accent1>
        <a:srgbClr val="FF3355"/>
      </a:accent1>
      <a:accent2>
        <a:srgbClr val="FF9F43"/>
      </a:accent2>
      <a:accent3>
        <a:srgbClr val="6FDFFF"/>
      </a:accent3>
      <a:accent4>
        <a:srgbClr val="43A047"/>
      </a:accent4>
      <a:accent5>
        <a:srgbClr val="9467BD"/>
      </a:accent5>
      <a:accent6>
        <a:srgbClr val="FFD166"/>
      </a:accent6>
      <a:hlink>
        <a:srgbClr val="6FDFFF"/>
      </a:hlink>
      <a:folHlink>
        <a:srgbClr val="A89A9A"/>
      </a:folHlink>
    </a:clrScheme>
    <a:fontScheme name="CloudPricing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</Words>
  <Application>Microsoft Office PowerPoint</Application>
  <PresentationFormat>On-screen Show (16:9)</PresentationFormat>
  <Paragraphs>160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Courier New</vt:lpstr>
      <vt:lpstr>CloudPricing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Decision-Making in Cloud Resource Allocation</dc:title>
  <dc:subject>PptxGenJS Presentation</dc:subject>
  <dc:creator>PptxGenJS</dc:creator>
  <cp:lastModifiedBy>tyagisumit7812@outlook.com</cp:lastModifiedBy>
  <cp:revision>1</cp:revision>
  <dcterms:created xsi:type="dcterms:W3CDTF">2026-10-25T15:40:58Z</dcterms:created>
  <dcterms:modified xsi:type="dcterms:W3CDTF">2026-10-25T15:53:32Z</dcterms:modified>
</cp:coreProperties>
</file>